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65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67360" y="3314880"/>
            <a:ext cx="6427800" cy="39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2571480" y="9945000"/>
            <a:ext cx="241956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37800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544536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C6AE63-6397-4BAD-A6CF-C0046920CBA9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08480" y="685080"/>
            <a:ext cx="6035040" cy="4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78000" y="2459520"/>
            <a:ext cx="6805800" cy="705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2571480" y="9945000"/>
            <a:ext cx="241956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37800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544536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E53FB9-89DE-4C17-87CA-2FD570F6AC97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08480" y="685080"/>
            <a:ext cx="6035040" cy="4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78000" y="2459520"/>
            <a:ext cx="3288960" cy="67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894840" y="2459520"/>
            <a:ext cx="3288960" cy="67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2571480" y="9945000"/>
            <a:ext cx="241956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37800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544536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842EF6-61CC-4FB4-9E5C-FC8E6EE30C2D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08480" y="685080"/>
            <a:ext cx="6035040" cy="4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2571480" y="9945000"/>
            <a:ext cx="241956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1"/>
          </p:nvPr>
        </p:nvSpPr>
        <p:spPr>
          <a:xfrm>
            <a:off x="37800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544536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45B10D-D621-4DB3-ABEA-9F52DA0B4EB2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2571480" y="9945000"/>
            <a:ext cx="241956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4"/>
          </p:nvPr>
        </p:nvSpPr>
        <p:spPr>
          <a:xfrm>
            <a:off x="37800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5"/>
          </p:nvPr>
        </p:nvSpPr>
        <p:spPr>
          <a:xfrm>
            <a:off x="5445360" y="9945000"/>
            <a:ext cx="17388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06B0D6-A6E9-463E-A531-282AECDAA51A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08480" y="685080"/>
            <a:ext cx="6035040" cy="4222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Automated</a:t>
            </a:r>
            <a:r>
              <a:rPr b="0" lang="en-US" sz="2600" spc="-34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Dispenser</a:t>
            </a:r>
            <a:r>
              <a:rPr b="0" lang="en-US" sz="2600" spc="-34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2600" spc="-31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Harmful</a:t>
            </a:r>
            <a:r>
              <a:rPr b="0" lang="en-US" sz="2600" spc="-4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600" spc="-11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Chemicals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object 3"/>
          <p:cNvSpPr/>
          <p:nvPr/>
        </p:nvSpPr>
        <p:spPr>
          <a:xfrm>
            <a:off x="708480" y="1249200"/>
            <a:ext cx="5425920" cy="89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</a:t>
            </a:r>
            <a:r>
              <a:rPr b="0" lang="en-US" sz="1600" spc="-9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6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Arduino-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based</a:t>
            </a:r>
            <a:r>
              <a:rPr b="0" lang="en-US" sz="1600" spc="-5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Embedded</a:t>
            </a:r>
            <a:r>
              <a:rPr b="0" lang="en-US" sz="16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6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746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  PRIYANSHI GOHIL - 20240031910083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746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  MITAL VAJA  - 202400319010104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746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  YUSRABANU SHAIKH - 202400319010124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</a:t>
            </a:r>
            <a:r>
              <a:rPr b="0" lang="en-US" sz="1800" spc="-9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8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Description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109800">
              <a:lnSpc>
                <a:spcPts val="1763"/>
              </a:lnSpc>
              <a:spcBef>
                <a:spcPts val="1655"/>
              </a:spcBef>
              <a:buClr>
                <a:srgbClr val="000000"/>
              </a:buClr>
              <a:buFont typeface="Symbol" charset="2"/>
              <a:buChar char=""/>
              <a:tabLst>
                <a:tab algn="l" pos="21780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This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is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smart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automatic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dispenser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harmful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chemicals,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7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2217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designed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prevent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direct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human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contact.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 indent="-47520">
              <a:lnSpc>
                <a:spcPts val="1729"/>
              </a:lnSpc>
              <a:spcBef>
                <a:spcPts val="74"/>
              </a:spcBef>
              <a:buClr>
                <a:srgbClr val="000000"/>
              </a:buClr>
              <a:buFont typeface="Symbol" charset="2"/>
              <a:buChar char=""/>
              <a:tabLst>
                <a:tab algn="l" pos="155520"/>
                <a:tab algn="l" pos="2217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It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detects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objects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(hands,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glass,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bottles)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releases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fixed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quantity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liquid.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1760" indent="-113760">
              <a:lnSpc>
                <a:spcPts val="1636"/>
              </a:lnSpc>
              <a:buClr>
                <a:srgbClr val="000000"/>
              </a:buClr>
              <a:buFont typeface="Symbol" charset="2"/>
              <a:buChar char=""/>
              <a:tabLst>
                <a:tab algn="l" pos="2217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Reduces</a:t>
            </a:r>
            <a:r>
              <a:rPr b="0" lang="en-US" sz="1500" spc="-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chemical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burns,</a:t>
            </a:r>
            <a:r>
              <a:rPr b="0" lang="en-US" sz="1500" spc="-3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contamination,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ts val="1726"/>
              </a:lnSpc>
              <a:tabLst>
                <a:tab algn="l" pos="2217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improves</a:t>
            </a:r>
            <a:r>
              <a:rPr b="0" lang="en-US" sz="1500" spc="-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hygiene.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indent="113760">
              <a:lnSpc>
                <a:spcPts val="1729"/>
              </a:lnSpc>
              <a:spcBef>
                <a:spcPts val="79"/>
              </a:spcBef>
              <a:buClr>
                <a:srgbClr val="000000"/>
              </a:buClr>
              <a:buFont typeface="Symbol" charset="2"/>
              <a:buChar char=""/>
              <a:tabLst>
                <a:tab algn="l" pos="2217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Useful</a:t>
            </a:r>
            <a:r>
              <a:rPr b="0" lang="en-US" sz="1500" spc="-3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sanitizer,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acid,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chemical dispensing.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7280">
              <a:lnSpc>
                <a:spcPts val="1981"/>
              </a:lnSpc>
              <a:tabLst>
                <a:tab algn="l" pos="221760"/>
              </a:tabLst>
            </a:pPr>
            <a:r>
              <a:rPr b="0" lang="en-US" sz="18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Components</a:t>
            </a:r>
            <a:r>
              <a:rPr b="0" lang="en-US" sz="18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8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Used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</a:t>
            </a:r>
            <a:r>
              <a:rPr b="0" lang="en-US" sz="1500" spc="-9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Arduino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Uno</a:t>
            </a:r>
            <a:r>
              <a:rPr b="0" lang="en-US" sz="1500" spc="-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Microcontroller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13760">
              <a:lnSpc>
                <a:spcPts val="1729"/>
              </a:lnSpc>
              <a:spcBef>
                <a:spcPts val="79"/>
              </a:spcBef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Ultrasonic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Sensor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IR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Sensor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Object detection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63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Servo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Motor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Pump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Solenoid</a:t>
            </a:r>
            <a:r>
              <a:rPr b="0" lang="en-US" sz="15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Valve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726"/>
              </a:lnSpc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Fluid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control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Relay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Module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high-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power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control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Power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Supply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Battery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or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USB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Fluid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Container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Stores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liquid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63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</a:t>
            </a:r>
            <a:r>
              <a:rPr b="0" lang="en-US" sz="1500" spc="-3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Tubes/Pipes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– For</a:t>
            </a:r>
            <a:r>
              <a:rPr b="0" lang="en-US" sz="1500" spc="-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dispensing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65720">
              <a:lnSpc>
                <a:spcPts val="2126"/>
              </a:lnSpc>
              <a:spcBef>
                <a:spcPts val="1630"/>
              </a:spcBef>
              <a:tabLst>
                <a:tab algn="l" pos="126360"/>
              </a:tabLst>
            </a:pPr>
            <a:r>
              <a:rPr b="0" lang="en-US" sz="18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Working</a:t>
            </a:r>
            <a:r>
              <a:rPr b="0" lang="en-US" sz="1800" spc="-7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8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Principle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Sensor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detects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object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near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dispenser.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Sends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signal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</a:t>
            </a:r>
            <a:r>
              <a:rPr b="0" lang="en-US" sz="1500" spc="-9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Arduino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Uno.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9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Arduino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activates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motor/valve.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Dispenses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fluid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fixed</a:t>
            </a:r>
            <a:r>
              <a:rPr b="0" lang="en-US" sz="15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time/amount.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63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System</a:t>
            </a:r>
            <a:r>
              <a:rPr b="0" lang="en-US" sz="15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ensures</a:t>
            </a:r>
            <a:r>
              <a:rPr b="0" lang="en-US" sz="15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touchless</a:t>
            </a:r>
            <a:r>
              <a:rPr b="0" lang="en-US" sz="15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operation.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12800">
              <a:lnSpc>
                <a:spcPts val="2126"/>
              </a:lnSpc>
              <a:spcBef>
                <a:spcPts val="1630"/>
              </a:spcBef>
              <a:tabLst>
                <a:tab algn="l" pos="12636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Final</a:t>
            </a:r>
            <a:r>
              <a:rPr b="0" lang="en-US" sz="18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8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Outcome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9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Safe,</a:t>
            </a:r>
            <a:r>
              <a:rPr b="0" lang="en-US" sz="1500" spc="-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contact-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free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chemical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dispensing.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13760">
              <a:lnSpc>
                <a:spcPts val="1729"/>
              </a:lnSpc>
              <a:spcBef>
                <a:spcPts val="79"/>
              </a:spcBef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Reduced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human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skin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exposure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hazardous fluids.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63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9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Accurate,</a:t>
            </a:r>
            <a:r>
              <a:rPr b="0" lang="en-US" sz="15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automatic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liquid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release.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26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Low-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cost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scalable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industrial/lab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use.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360" indent="-113760">
              <a:lnSpc>
                <a:spcPts val="1763"/>
              </a:lnSpc>
              <a:buClr>
                <a:srgbClr val="000000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Suitable</a:t>
            </a:r>
            <a:r>
              <a:rPr b="0" lang="en-US" sz="15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sanitizers,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acids,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</a:t>
            </a:r>
            <a:r>
              <a:rPr b="0" lang="en-US" sz="1500" spc="-14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5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chemicals.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LibreOffice/25.2.4.3$Linux_X86_64 LibreOffice_project/520$Build-3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2025-07-22T05:31:53Z</dcterms:created>
  <dc:creator/>
  <dc:description/>
  <dc:language>en-US</dc:language>
  <cp:lastModifiedBy/>
  <cp:lastPrinted>2025-07-22T11:14:15Z</cp:lastPrinted>
  <dcterms:modified xsi:type="dcterms:W3CDTF">2025-07-22T11:17:17Z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2025-07-21T00:00:00Z</vt:filetime>
  </property>
  <property fmtid="{D5CDD505-2E9C-101B-9397-08002B2CF9AE}" pid="3" name="Creator">
    <vt:lpwstr>Writer</vt:lpwstr>
  </property>
  <property fmtid="{D5CDD505-2E9C-101B-9397-08002B2CF9AE}" pid="4" name="LastSaved">
    <vt:filetime>2025-07-21T00:00:00Z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LibreOffice 25.2.4.3 (X86_64) / LibreOffice Community</vt:lpwstr>
  </property>
</Properties>
</file>