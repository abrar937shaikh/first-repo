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Dispenser for Harmful Chemicals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Arduino-based Embedded System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smart automatic dispenser for harmful chemicals,</a:t>
            </a:r>
          </a:p>
          <a:p>
            <a:r>
              <a:t>designed to prevent direct human contact.</a:t>
            </a:r>
          </a:p>
          <a:p>
            <a:r>
              <a:t>It detects objects (hands, glass, bottles) and releases a fixed quantity of liquid.</a:t>
            </a:r>
          </a:p>
          <a:p>
            <a:r>
              <a:t>Reduces chemical burns, contamination, and improves hygiene.</a:t>
            </a:r>
          </a:p>
          <a:p>
            <a:r>
              <a:t>Useful for sanitizer, acid, and chemical dispensing.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Arduino Uno – Microcontroller</a:t>
            </a:r>
          </a:p>
          <a:p>
            <a:r>
              <a:t>2. Ultrasonic Sensor / IR Sensor – Object detection</a:t>
            </a:r>
          </a:p>
          <a:p>
            <a:r>
              <a:t>3. Servo Motor / Pump / Solenoid Valve – Fluid control</a:t>
            </a:r>
          </a:p>
          <a:p>
            <a:r>
              <a:t>4. Relay Module – For high-power control</a:t>
            </a:r>
          </a:p>
          <a:p>
            <a:r>
              <a:t>5. Power Supply – Battery or USB</a:t>
            </a:r>
          </a:p>
          <a:p>
            <a:r>
              <a:t>6. Fluid Container – Stores liquid</a:t>
            </a:r>
          </a:p>
          <a:p>
            <a:r>
              <a:t>7. Tubes/Pipes – For dispensing</a:t>
            </a:r>
          </a:p>
          <a:p>
            <a:r>
              <a:t>8. LED/Buzzer (Optional) – Indication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 detects object near dispenser.</a:t>
            </a:r>
          </a:p>
          <a:p>
            <a:r>
              <a:t>• Sends signal to Arduino Uno.</a:t>
            </a:r>
          </a:p>
          <a:p>
            <a:r>
              <a:t>• Arduino activates motor/valve.</a:t>
            </a:r>
          </a:p>
          <a:p>
            <a:r>
              <a:t>• Dispenses fluid for a fixed time/amount.</a:t>
            </a:r>
          </a:p>
          <a:p>
            <a:r>
              <a:t>• System ensures touchless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Safe, contact-free chemical dispensing.</a:t>
            </a:r>
          </a:p>
          <a:p>
            <a:r>
              <a:t>• Reduced human skin exposure to hazardous fluids.</a:t>
            </a:r>
          </a:p>
          <a:p>
            <a:r>
              <a:t>• Accurate, automatic liquid release.</a:t>
            </a:r>
          </a:p>
          <a:p>
            <a:r>
              <a:t>• Low-cost and scalable for industrial/lab use.</a:t>
            </a:r>
          </a:p>
          <a:p>
            <a:r>
              <a:t>• Suitable for sanitizers, acids, and chemicals.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